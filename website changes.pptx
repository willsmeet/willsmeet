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344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2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383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11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7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2600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68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071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83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86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12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FB057-77D8-4BE1-973E-8DFF00C0EA0F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67FCF-7E3A-463F-A829-4F590FB35E0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65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info@willsmeet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791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34705"/>
            <a:ext cx="4746674" cy="2333178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624412"/>
          </a:xfrm>
        </p:spPr>
        <p:txBody>
          <a:bodyPr/>
          <a:lstStyle/>
          <a:p>
            <a:r>
              <a:rPr lang="en-IN" dirty="0" smtClean="0"/>
              <a:t>SHOW BANNER FIRST</a:t>
            </a:r>
          </a:p>
          <a:p>
            <a:r>
              <a:rPr lang="en-IN" dirty="0" smtClean="0"/>
              <a:t>Than show along with images 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34705"/>
            <a:ext cx="4982491" cy="2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22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5625"/>
            <a:ext cx="5181600" cy="2333178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What is this , can we show it with some creativity. </a:t>
            </a:r>
          </a:p>
          <a:p>
            <a:r>
              <a:rPr lang="en-IN" dirty="0" smtClean="0"/>
              <a:t>Try to attach pics n show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3094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34705"/>
            <a:ext cx="5181600" cy="2333178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675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34705"/>
            <a:ext cx="5181600" cy="2707966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97798"/>
            <a:ext cx="5181600" cy="2606992"/>
          </a:xfrm>
        </p:spPr>
      </p:pic>
      <p:sp>
        <p:nvSpPr>
          <p:cNvPr id="7" name="Rectangle 6"/>
          <p:cNvSpPr/>
          <p:nvPr/>
        </p:nvSpPr>
        <p:spPr>
          <a:xfrm>
            <a:off x="1842868" y="2138289"/>
            <a:ext cx="7287064" cy="4642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 err="1" smtClean="0"/>
              <a:t>Pls</a:t>
            </a:r>
            <a:r>
              <a:rPr lang="en-IN" dirty="0" smtClean="0"/>
              <a:t> show like </a:t>
            </a:r>
            <a:r>
              <a:rPr lang="en-IN" dirty="0" err="1" smtClean="0"/>
              <a:t>procmart</a:t>
            </a:r>
            <a:r>
              <a:rPr lang="en-IN" dirty="0" smtClean="0"/>
              <a:t>  along with images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Put icon of </a:t>
            </a:r>
            <a:r>
              <a:rPr lang="en-IN" dirty="0" err="1" smtClean="0"/>
              <a:t>flipkart</a:t>
            </a:r>
            <a:r>
              <a:rPr lang="en-IN" dirty="0" smtClean="0"/>
              <a:t>, </a:t>
            </a:r>
            <a:r>
              <a:rPr lang="en-IN" dirty="0" err="1" smtClean="0"/>
              <a:t>wipro</a:t>
            </a:r>
            <a:r>
              <a:rPr lang="en-IN" dirty="0" smtClean="0"/>
              <a:t> , </a:t>
            </a:r>
            <a:r>
              <a:rPr lang="en-IN" dirty="0" err="1" smtClean="0"/>
              <a:t>myntra</a:t>
            </a:r>
            <a:r>
              <a:rPr lang="en-IN" dirty="0" smtClean="0"/>
              <a:t> instead of green box written as SK, PB, NM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54" y="2961315"/>
            <a:ext cx="5181600" cy="2333178"/>
          </a:xfrm>
        </p:spPr>
      </p:pic>
    </p:spTree>
    <p:extLst>
      <p:ext uri="{BB962C8B-B14F-4D97-AF65-F5344CB8AC3E}">
        <p14:creationId xmlns:p14="http://schemas.microsoft.com/office/powerpoint/2010/main" val="197133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Display is too poor n unmanaged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830" y="2834705"/>
            <a:ext cx="5181600" cy="2333178"/>
          </a:xfrm>
        </p:spPr>
      </p:pic>
      <p:sp>
        <p:nvSpPr>
          <p:cNvPr id="6" name="AutoShape 2" descr="blob:https://web.whatsapp.com/261f1b73-66a0-43e8-bc73-4f334b60aed8"/>
          <p:cNvSpPr>
            <a:spLocks noChangeAspect="1" noChangeArrowheads="1"/>
          </p:cNvSpPr>
          <p:nvPr/>
        </p:nvSpPr>
        <p:spPr bwMode="auto">
          <a:xfrm>
            <a:off x="7759163" y="2834705"/>
            <a:ext cx="2362542" cy="23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AutoShape 4" descr="blob:https://web.whatsapp.com/261f1b73-66a0-43e8-bc73-4f334b60aed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0" y="2834705"/>
            <a:ext cx="4412366" cy="264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18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ABOUT 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88930"/>
            <a:ext cx="5181600" cy="4351338"/>
          </a:xfrm>
        </p:spPr>
        <p:txBody>
          <a:bodyPr/>
          <a:lstStyle/>
          <a:p>
            <a:r>
              <a:rPr lang="en-IN" sz="2400" dirty="0" smtClean="0"/>
              <a:t>Add banner first , show like </a:t>
            </a:r>
            <a:r>
              <a:rPr lang="en-IN" sz="2400" dirty="0" err="1" smtClean="0"/>
              <a:t>procmart</a:t>
            </a:r>
            <a:r>
              <a:rPr lang="en-IN" sz="2400" dirty="0" smtClean="0"/>
              <a:t> along with images putting creatively.</a:t>
            </a:r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4366"/>
            <a:ext cx="5181600" cy="233317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493" y="2610589"/>
            <a:ext cx="5672797" cy="278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3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VISION MISSION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Show like </a:t>
            </a:r>
            <a:r>
              <a:rPr lang="en-IN" sz="2000" dirty="0" err="1" smtClean="0"/>
              <a:t>procmart</a:t>
            </a:r>
            <a:r>
              <a:rPr lang="en-IN" sz="2000" dirty="0" smtClean="0"/>
              <a:t> with 4 images continuous moving. make good highlighted borders of vision mission boxes. Bot box colour </a:t>
            </a:r>
            <a:r>
              <a:rPr lang="en-IN" sz="2000" dirty="0" err="1" smtClean="0"/>
              <a:t>shld</a:t>
            </a:r>
            <a:r>
              <a:rPr lang="en-IN" sz="2000" dirty="0" smtClean="0"/>
              <a:t> b same</a:t>
            </a:r>
            <a:endParaRPr lang="en-GB" sz="20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81" y="3116059"/>
            <a:ext cx="5181600" cy="233317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162" y="2567354"/>
            <a:ext cx="4954957" cy="266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48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</a:t>
            </a:r>
            <a:r>
              <a:rPr lang="en-GB" b="1" dirty="0" err="1"/>
              <a:t>Willsmeet</a:t>
            </a:r>
            <a:r>
              <a:rPr lang="en-GB" b="1" dirty="0"/>
              <a:t> Advantage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Show images at the back like </a:t>
            </a:r>
            <a:r>
              <a:rPr lang="en-IN" dirty="0" err="1" smtClean="0"/>
              <a:t>procmart</a:t>
            </a:r>
            <a:endParaRPr lang="en-IN" dirty="0" smtClean="0"/>
          </a:p>
          <a:p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55" y="2672927"/>
            <a:ext cx="5181600" cy="233317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941" y="2771336"/>
            <a:ext cx="4743283" cy="196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08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3600" b="1" u="sng" dirty="0" smtClean="0"/>
              <a:t>Show banner in each services</a:t>
            </a:r>
            <a:br>
              <a:rPr lang="en-IN" sz="3600" b="1" u="sng" dirty="0" smtClean="0"/>
            </a:br>
            <a:r>
              <a:rPr lang="en-IN" sz="3600" b="1" u="sng" dirty="0"/>
              <a:t/>
            </a:r>
            <a:br>
              <a:rPr lang="en-IN" sz="3600" b="1" u="sng" dirty="0"/>
            </a:br>
            <a:r>
              <a:rPr lang="en-IN" sz="3600" b="1" u="sng" dirty="0" smtClean="0"/>
              <a:t>Why choose (Changes should be in all services)</a:t>
            </a:r>
            <a:endParaRPr lang="en-GB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 err="1" smtClean="0"/>
              <a:t>Pls</a:t>
            </a:r>
            <a:r>
              <a:rPr lang="en-IN" dirty="0" smtClean="0"/>
              <a:t> show like </a:t>
            </a:r>
            <a:r>
              <a:rPr lang="en-IN" dirty="0" err="1" smtClean="0"/>
              <a:t>procmart</a:t>
            </a:r>
            <a:r>
              <a:rPr lang="en-IN" dirty="0" smtClean="0"/>
              <a:t> along with icons or with tiny images, written in boxes </a:t>
            </a:r>
            <a:r>
              <a:rPr lang="en-IN" dirty="0" err="1" smtClean="0"/>
              <a:t>etc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6835"/>
            <a:ext cx="5181600" cy="276891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50" y="3319973"/>
            <a:ext cx="4842511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66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44991" y="808892"/>
            <a:ext cx="9024424" cy="45649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I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Banner required in career, in contact us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FAQs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remove individual </a:t>
            </a:r>
            <a:r>
              <a:rPr lang="en-GB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faqs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for each category. Create separate tap n write there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Abt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us- more visualise n interactive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Email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info@willsmeet.com</a:t>
            </a:r>
            <a:endParaRPr lang="en-GB" sz="20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Add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website share button on home page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Add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banners</a:t>
            </a: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GB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Check </a:t>
            </a:r>
            <a:r>
              <a:rPr lang="en-GB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logo design n colour again.</a:t>
            </a:r>
          </a:p>
        </p:txBody>
      </p:sp>
    </p:spTree>
    <p:extLst>
      <p:ext uri="{BB962C8B-B14F-4D97-AF65-F5344CB8AC3E}">
        <p14:creationId xmlns:p14="http://schemas.microsoft.com/office/powerpoint/2010/main" val="4165560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181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Put icon of flipkart, wipro , myntra instead of green box written as SK, PB, NM</vt:lpstr>
      <vt:lpstr>PowerPoint Presentation</vt:lpstr>
      <vt:lpstr>ABOUT US</vt:lpstr>
      <vt:lpstr>VISION MISSION</vt:lpstr>
      <vt:lpstr>The Willsmeet Advantage </vt:lpstr>
      <vt:lpstr>Show banner in each services  Why choose (Changes should be in all services)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6</cp:revision>
  <dcterms:created xsi:type="dcterms:W3CDTF">2026-01-26T05:35:39Z</dcterms:created>
  <dcterms:modified xsi:type="dcterms:W3CDTF">2026-01-27T05:00:49Z</dcterms:modified>
</cp:coreProperties>
</file>